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D2548-8578-0305-ED2A-EB28B66E55FD}" v="199" dt="2026-04-20T17:41:31.271"/>
    <p1510:client id="{DDF6CF39-F066-62C1-04ED-A3352092CAF9}" v="13" dt="2026-04-21T07:44:1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5DAC6-931E-420C-A8B1-714E8574A09A}" type="datetimeFigureOut"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DEB8B-2BDD-4A6F-8A14-976A6BAD1A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Checklist</a:t>
            </a:r>
            <a:endParaRPr lang="en-US" sz="4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59854" y="2926080"/>
            <a:ext cx="7616243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800" dirty="0">
                <a:solidFill>
                  <a:srgbClr val="CADCFC"/>
                </a:solidFill>
                <a:ea typeface="+mn-lt"/>
                <a:cs typeface="+mn-lt"/>
              </a:rPr>
              <a:t>Chatbot </a:t>
            </a:r>
            <a:r>
              <a:rPr lang="en-US" sz="1800" dirty="0" err="1">
                <a:solidFill>
                  <a:srgbClr val="CADCFC"/>
                </a:solidFill>
                <a:ea typeface="+mn-lt"/>
                <a:cs typeface="+mn-lt"/>
              </a:rPr>
              <a:t>na</a:t>
            </a:r>
            <a:r>
              <a:rPr lang="en-US" sz="1800" dirty="0">
                <a:solidFill>
                  <a:srgbClr val="CADCFC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vytváranie</a:t>
            </a: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kontrolných</a:t>
            </a: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 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zoznamov</a:t>
            </a: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na</a:t>
            </a: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testovanie</a:t>
            </a: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softvéru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0" y="3657600"/>
            <a:ext cx="2743200" cy="274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 err="1">
                <a:solidFill>
                  <a:srgbClr val="CADCFC"/>
                </a:solidFill>
                <a:ea typeface="Calibri"/>
                <a:cs typeface="Calibri"/>
              </a:rPr>
              <a:t>Škotiteľka</a:t>
            </a:r>
            <a:r>
              <a:rPr lang="en-US" sz="1600" dirty="0">
                <a:solidFill>
                  <a:srgbClr val="CADCFC"/>
                </a:solidFill>
                <a:ea typeface="Calibri"/>
                <a:cs typeface="Calibri"/>
              </a:rPr>
              <a:t>: doc. Mgr. </a:t>
            </a:r>
            <a:r>
              <a:rPr lang="en-US" sz="1600" dirty="0">
                <a:solidFill>
                  <a:srgbClr val="CADCFC"/>
                </a:solidFill>
                <a:ea typeface="+mn-lt"/>
                <a:cs typeface="+mn-lt"/>
              </a:rPr>
              <a:t>Yevheniia </a:t>
            </a:r>
            <a:r>
              <a:rPr lang="en-US" sz="1600" dirty="0" err="1">
                <a:solidFill>
                  <a:srgbClr val="CADCFC"/>
                </a:solidFill>
                <a:ea typeface="+mn-lt"/>
                <a:cs typeface="+mn-lt"/>
              </a:rPr>
              <a:t>Kataieva</a:t>
            </a:r>
            <a:r>
              <a:rPr lang="en-US" sz="1600" dirty="0">
                <a:solidFill>
                  <a:srgbClr val="CADCFC"/>
                </a:solidFill>
                <a:ea typeface="+mn-lt"/>
                <a:cs typeface="+mn-lt"/>
              </a:rPr>
              <a:t>, PhD.</a:t>
            </a:r>
            <a:endParaRPr lang="en-US" sz="1600" dirty="0">
              <a:solidFill>
                <a:srgbClr val="333333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Návrh riešenia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-1610" y="4821850"/>
            <a:ext cx="1371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</a:rPr>
              <a:t>2/ 9</a:t>
            </a:r>
            <a:endParaRPr lang="en-US" sz="1000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173443" cy="32124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Chatbot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vedie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rozhovor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s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používateľom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Pýta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sa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detaily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projektu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typ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, auth,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dáta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integrácie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...)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Na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základe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odpovedí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vypĺňa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internú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JSON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schému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projektu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Keď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má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dosť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informácií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generuje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testovací</a:t>
            </a:r>
            <a:r>
              <a:rPr lang="en-US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checklist s </a:t>
            </a:r>
            <a:r>
              <a:rPr lang="en-US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prioritami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051560"/>
            <a:ext cx="2743200" cy="731520"/>
          </a:xfrm>
          <a:prstGeom prst="rect">
            <a:avLst/>
          </a:prstGeom>
          <a:solidFill>
            <a:srgbClr val="4A7B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77801" y="1051560"/>
            <a:ext cx="1743156" cy="711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Používateľ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3232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7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35040" y="2011680"/>
            <a:ext cx="2743200" cy="7315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1488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77801" y="2031803"/>
            <a:ext cx="1755230" cy="69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 UI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132320" y="2697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7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035040" y="2971800"/>
            <a:ext cx="2743200" cy="7315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1089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57062" y="2983874"/>
            <a:ext cx="1996709" cy="707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Orchestrator +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Agenti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13232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7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035040" y="3931920"/>
            <a:ext cx="2743200" cy="731520"/>
          </a:xfrm>
          <a:prstGeom prst="rect">
            <a:avLst/>
          </a:prstGeom>
          <a:solidFill>
            <a:srgbClr val="22C5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06908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09382" y="3952043"/>
            <a:ext cx="1827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Testovací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checklist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Architektúra systému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-1610" y="4821850"/>
            <a:ext cx="1371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3/ 9</a:t>
            </a:r>
          </a:p>
        </p:txBody>
      </p:sp>
      <p:sp>
        <p:nvSpPr>
          <p:cNvPr id="5" name="Shape 3"/>
          <p:cNvSpPr/>
          <p:nvPr/>
        </p:nvSpPr>
        <p:spPr>
          <a:xfrm>
            <a:off x="540591" y="1238143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01921"/>
            <a:ext cx="2560320" cy="54864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991" y="1466743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0591" y="2198263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Frontend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9191" y="2655463"/>
            <a:ext cx="210312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React 19 + Vite 8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Tailwind CSS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Lucide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ikony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Chat UI + Sidebar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75231" y="1238143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201921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631" y="1466743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5231" y="2198263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Backend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603831" y="2655463"/>
            <a:ext cx="210312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Python / </a:t>
            </a: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FastAPI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LangChain</a:t>
            </a: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Ollama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Lokálne</a:t>
            </a: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LLM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Multi-agent </a:t>
            </a: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systém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09871" y="1238143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01921"/>
            <a:ext cx="2560320" cy="54864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271" y="1466743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09871" y="2198263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38471" y="2655463"/>
            <a:ext cx="210312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Supabase</a:t>
            </a: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(PostgreSQL)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Sessions + Messages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JSON </a:t>
            </a: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schémy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REST API </a:t>
            </a: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komunikácia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Systém agentov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-1610" y="4821850"/>
            <a:ext cx="1371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892A4"/>
                </a:solidFill>
                <a:latin typeface="Calibri"/>
                <a:ea typeface="Calibri"/>
                <a:cs typeface="Calibri"/>
              </a:rPr>
              <a:t>4/ 9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9027" y="963018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027" y="963018"/>
            <a:ext cx="54864" cy="1143000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07" y="128305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6267" y="100873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Router Agent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06267" y="151165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Klasifikuje</a:t>
            </a: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typ</a:t>
            </a: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aplikácie</a:t>
            </a: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(Web / Mobile / Desktop </a:t>
            </a:r>
            <a:r>
              <a:rPr lang="en-US" sz="14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/ API / Other)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35267" y="963018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5267" y="963018"/>
            <a:ext cx="54864" cy="11430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147" y="128305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2507" y="100873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Validation Agent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12507" y="151165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Extrahuje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odpovede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konverzácie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mapuje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schému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29027" y="2288898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027" y="2288898"/>
            <a:ext cx="54864" cy="1143000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07" y="260893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6267" y="233461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Conversation Agent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206267" y="283753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Generuje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1-2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otázky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chýbajúce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polia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v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schéme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35267" y="2288898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35267" y="2288898"/>
            <a:ext cx="54864" cy="1143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147" y="260893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2507" y="233461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Specialist Agents (5x)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412507" y="283753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Vlastná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schéma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pravidlá</a:t>
            </a:r>
          </a:p>
        </p:txBody>
      </p:sp>
      <p:sp>
        <p:nvSpPr>
          <p:cNvPr id="25" name="Shape 19"/>
          <p:cNvSpPr/>
          <p:nvPr/>
        </p:nvSpPr>
        <p:spPr>
          <a:xfrm>
            <a:off x="429027" y="3614778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9027" y="3614778"/>
            <a:ext cx="54864" cy="1143000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907" y="393481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06267" y="366049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Checklist Generator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1206267" y="416341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Vyhodnotí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riziká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zoradí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podľa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priorít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(HIGH/MED/LOW)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635267" y="3614778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35267" y="3614778"/>
            <a:ext cx="54864" cy="1143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147" y="393481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12507" y="366049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Specialist Generator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412507" y="416341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Dynamicky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generuje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schému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pre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neznáme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typy</a:t>
            </a:r>
            <a:r>
              <a:rPr lang="en-US" sz="16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aplikácií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4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Priebeh</a:t>
            </a:r>
            <a:r>
              <a:rPr lang="en-US" sz="2800" b="1" dirty="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 </a:t>
            </a:r>
            <a:r>
              <a:rPr lang="en-US" sz="2800" b="1" dirty="0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spracovania</a:t>
            </a:r>
            <a:r>
              <a:rPr lang="en-US" sz="2800" b="1" dirty="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správy</a:t>
            </a:r>
            <a:endParaRPr lang="en-US" sz="2800" dirty="0" err="1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-1610" y="4821850"/>
            <a:ext cx="1371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892A4"/>
                </a:solidFill>
                <a:latin typeface="Calibri"/>
                <a:ea typeface="Calibri"/>
                <a:cs typeface="Calibri"/>
              </a:rPr>
              <a:t>5/ 9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18288" cy="2926080"/>
          </a:xfrm>
          <a:prstGeom prst="rect">
            <a:avLst/>
          </a:prstGeom>
          <a:solidFill>
            <a:srgbClr val="E2E6E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3657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70832" y="1069848"/>
            <a:ext cx="310896" cy="31089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4370832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0058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Načítanie</a:t>
            </a: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session state z DB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0" y="1536192"/>
            <a:ext cx="3657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1600200"/>
            <a:ext cx="310896" cy="31089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5361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Router Agent </a:t>
            </a: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klasifikuje</a:t>
            </a: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typ</a:t>
            </a: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aplikácie</a:t>
            </a:r>
            <a:endParaRPr lang="en-US" sz="1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066544"/>
            <a:ext cx="3657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2130552"/>
            <a:ext cx="310896" cy="31089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0665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Načítanie</a:t>
            </a: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generovanie</a:t>
            </a: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schémy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0" y="2596896"/>
            <a:ext cx="3657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2660904"/>
            <a:ext cx="310896" cy="31089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5968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Validation Agent </a:t>
            </a: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extrahuje</a:t>
            </a: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polia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127248"/>
            <a:ext cx="3657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70832" y="3191256"/>
            <a:ext cx="310896" cy="31089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4" name="Text 22"/>
          <p:cNvSpPr/>
          <p:nvPr/>
        </p:nvSpPr>
        <p:spPr>
          <a:xfrm>
            <a:off x="4370832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1272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Aktualizácia</a:t>
            </a:r>
            <a:r>
              <a:rPr lang="en-US" sz="160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600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schémy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0" y="3657600"/>
            <a:ext cx="3657600" cy="438912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80360" y="3657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Všetky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polia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vyplnené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4592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◀  ÁNO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NIE  ▶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3657600" cy="685800"/>
          </a:xfrm>
          <a:prstGeom prst="rect">
            <a:avLst/>
          </a:prstGeom>
          <a:solidFill>
            <a:srgbClr val="22C5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70248"/>
            <a:ext cx="365760" cy="3657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3444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Checklist Generator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vytvorí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testovací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checklist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937760" y="4114800"/>
            <a:ext cx="3657600" cy="6858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270248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62356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Conversation Agent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položí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ďalšie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otázky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Schémy</a:t>
            </a:r>
            <a:r>
              <a:rPr lang="en-US" sz="2800" b="1" dirty="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a </a:t>
            </a:r>
            <a:r>
              <a:rPr lang="en-US" sz="2800" b="1" dirty="0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pravidlá</a:t>
            </a:r>
            <a:endParaRPr lang="en-US" sz="2800" dirty="0" err="1"/>
          </a:p>
        </p:txBody>
      </p:sp>
      <p:sp>
        <p:nvSpPr>
          <p:cNvPr id="4" name="Text 2"/>
          <p:cNvSpPr/>
          <p:nvPr/>
        </p:nvSpPr>
        <p:spPr>
          <a:xfrm>
            <a:off x="-1609" y="4821850"/>
            <a:ext cx="1371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892A4"/>
                </a:solidFill>
                <a:latin typeface="Calibri"/>
                <a:ea typeface="Calibri"/>
                <a:cs typeface="Calibri"/>
              </a:rPr>
              <a:t>7/ 9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920240" cy="45720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234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Web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8 </a:t>
            </a:r>
            <a:r>
              <a:rPr lang="en-US" sz="1400" b="1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blokov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28 </a:t>
            </a:r>
            <a:r>
              <a:rPr lang="en-US" sz="1400" b="1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pravidiel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606040" y="105156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051560"/>
            <a:ext cx="1920240" cy="45720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2344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Mobile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60604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9 </a:t>
            </a:r>
            <a:r>
              <a:rPr lang="en-US" sz="1400" b="1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blokov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algn="ctr"/>
            <a:r>
              <a:rPr lang="en-US" sz="14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27 </a:t>
            </a:r>
            <a:r>
              <a:rPr lang="en-US" sz="1400" b="1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pravidiel</a:t>
            </a:r>
            <a:endParaRPr lang="en-US" sz="14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754880" y="105156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051560"/>
            <a:ext cx="1920240" cy="45720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2344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Desktop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75488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9 </a:t>
            </a:r>
            <a:r>
              <a:rPr lang="en-US" sz="1400" b="1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blokov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33 </a:t>
            </a:r>
            <a:r>
              <a:rPr lang="en-US" sz="1400" b="1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pravidiel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903720" y="105156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051560"/>
            <a:ext cx="1920240" cy="45720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2344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API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9037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8 </a:t>
            </a:r>
            <a:r>
              <a:rPr lang="en-US" sz="1400" b="1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blokov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28 </a:t>
            </a:r>
            <a:r>
              <a:rPr lang="en-US" sz="1400" b="1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pravidiel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Príklady</a:t>
            </a:r>
            <a:r>
              <a:rPr lang="en-US" sz="16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rizikových</a:t>
            </a:r>
            <a:r>
              <a:rPr lang="en-US" sz="1600" b="1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 err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pravidiel</a:t>
            </a:r>
            <a:endParaRPr lang="en-US" sz="1600" dirty="0" err="1"/>
          </a:p>
        </p:txBody>
      </p:sp>
      <p:sp>
        <p:nvSpPr>
          <p:cNvPr id="26" name="Shape 20"/>
          <p:cNvSpPr/>
          <p:nvPr/>
        </p:nvSpPr>
        <p:spPr>
          <a:xfrm>
            <a:off x="548640" y="3291840"/>
            <a:ext cx="45720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8640" y="3291840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32918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HIGH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1554480" y="32918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Broken auth, SQL injection, XSS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548640" y="3840480"/>
            <a:ext cx="45720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8640" y="3840480"/>
            <a:ext cx="54864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6"/>
          <p:cNvSpPr/>
          <p:nvPr/>
        </p:nvSpPr>
        <p:spPr>
          <a:xfrm>
            <a:off x="731520" y="384048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MEDIUM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1554480" y="38404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File upload, payment integrity, rate limiting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548640" y="4389120"/>
            <a:ext cx="45720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48640" y="4389120"/>
            <a:ext cx="54864" cy="43891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6" name="Text 30"/>
          <p:cNvSpPr/>
          <p:nvPr/>
        </p:nvSpPr>
        <p:spPr>
          <a:xfrm>
            <a:off x="731520" y="43891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F7"/>
                </a:solidFill>
                <a:latin typeface="Calibri"/>
                <a:ea typeface="Calibri"/>
                <a:cs typeface="Calibri"/>
              </a:rPr>
              <a:t>LOW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1554480" y="43891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UI consistency, accessibility, performance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5394960" y="2880360"/>
            <a:ext cx="3383280" cy="17830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017520"/>
            <a:ext cx="457200" cy="4572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57784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Dynamická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generácia</a:t>
            </a:r>
            <a:endParaRPr lang="en-US" sz="1600" err="1">
              <a:latin typeface="Calibri"/>
              <a:ea typeface="Calibri"/>
              <a:cs typeface="Calibri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5577840" y="3840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Pre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neznáme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typy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aplikácií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sa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schéma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, hints a domain rules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generujú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dynamicky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cez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LLM</a:t>
            </a:r>
            <a:endParaRPr lang="en-US" sz="1400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Aktuálny stav implementácie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415" y="4821850"/>
            <a:ext cx="1371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892A4"/>
                </a:solidFill>
                <a:latin typeface="Calibri"/>
                <a:ea typeface="Calibri"/>
                <a:cs typeface="Calibri"/>
              </a:rPr>
              <a:t>8/ 9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Hotové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3474720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Kompletný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backend s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orchestrátorom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Systém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6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agentov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+ 5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špecialistov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Frontend chat UI s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plnou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funkcionalitou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Supabase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integrácia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Error handling pre DB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operácie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Router-based API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štruktúra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Pre-built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schémy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(web, mobile, desktop, API)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Zostáva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983480" y="1691640"/>
            <a:ext cx="3474720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Testy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Export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checklistu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do Excel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tabuľky</a:t>
            </a:r>
            <a:endParaRPr lang="en-US" sz="1300">
              <a:solidFill>
                <a:srgbClr val="3B4258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Pokračovanie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konverzácie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po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vygenerovaní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checklistu</a:t>
            </a:r>
            <a:endParaRPr lang="en-US" sz="1300">
              <a:solidFill>
                <a:srgbClr val="3B4258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Vyhodnotenie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kvality</a:t>
            </a:r>
            <a:r>
              <a:rPr lang="en-US" sz="1300" dirty="0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3B4258"/>
                </a:solidFill>
                <a:latin typeface="Calibri"/>
                <a:ea typeface="Calibri"/>
                <a:cs typeface="Calibri"/>
              </a:rPr>
              <a:t>checklistov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Ďakujem za pozornosť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4A7BF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Checklist Assistant</dc:title>
  <dc:subject>PptxGenJS Presentation</dc:subject>
  <dc:creator>Matus</dc:creator>
  <cp:lastModifiedBy>Matus</cp:lastModifiedBy>
  <cp:revision>240</cp:revision>
  <dcterms:created xsi:type="dcterms:W3CDTF">2026-04-13T14:46:12Z</dcterms:created>
  <dcterms:modified xsi:type="dcterms:W3CDTF">2026-04-21T07:45:05Z</dcterms:modified>
</cp:coreProperties>
</file>